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91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979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3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62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34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54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37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79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639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598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CE4E6-CBA4-4BCA-B89B-3B5F4FF43CEC}" type="datetimeFigureOut">
              <a:rPr lang="en-IN" smtClean="0"/>
              <a:t>14-10-2019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1CBDD-AEC1-4E05-A99D-DDE2F4138D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449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Coursera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Opening a Shopping Mall in Kuala Lumpur</a:t>
            </a:r>
          </a:p>
          <a:p>
            <a:r>
              <a:rPr lang="en-IN" dirty="0"/>
              <a:t>By: Divyam Dhanuka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907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Location is one of the most important aspect for a shopping mall </a:t>
            </a:r>
          </a:p>
          <a:p>
            <a:r>
              <a:rPr lang="en-IN" dirty="0"/>
              <a:t>With the increasing density of shopping malls it has become very difficult to find the optimum location for a shopping mall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00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required is: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List of neighbourhoods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Coordinates of the neighbourhoods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Data about shopping malls</a:t>
            </a:r>
          </a:p>
          <a:p>
            <a:endParaRPr lang="en-IN" dirty="0"/>
          </a:p>
          <a:p>
            <a:r>
              <a:rPr lang="en-IN" dirty="0"/>
              <a:t>Sources of Data: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Wikipedia page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Geocoder package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dirty="0"/>
              <a:t>Foursquare</a:t>
            </a:r>
          </a:p>
        </p:txBody>
      </p:sp>
    </p:spTree>
    <p:extLst>
      <p:ext uri="{BB962C8B-B14F-4D97-AF65-F5344CB8AC3E}">
        <p14:creationId xmlns:p14="http://schemas.microsoft.com/office/powerpoint/2010/main" val="135671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web scrapping tools to retrieve the data from the </a:t>
            </a:r>
            <a:r>
              <a:rPr lang="en-IN" dirty="0" err="1"/>
              <a:t>wikipedia</a:t>
            </a:r>
            <a:r>
              <a:rPr lang="en-IN" dirty="0"/>
              <a:t> page</a:t>
            </a:r>
          </a:p>
          <a:p>
            <a:r>
              <a:rPr lang="en-IN" dirty="0"/>
              <a:t>Use Geocoder to get the coordinates</a:t>
            </a:r>
          </a:p>
          <a:p>
            <a:r>
              <a:rPr lang="en-IN" dirty="0"/>
              <a:t>Use foursquare to get the data about shopping malls</a:t>
            </a:r>
          </a:p>
          <a:p>
            <a:r>
              <a:rPr lang="en-IN" dirty="0"/>
              <a:t>Group the data</a:t>
            </a:r>
          </a:p>
          <a:p>
            <a:r>
              <a:rPr lang="en-IN" dirty="0"/>
              <a:t>Perform Clustering on the data</a:t>
            </a:r>
          </a:p>
          <a:p>
            <a:r>
              <a:rPr lang="en-IN" dirty="0"/>
              <a:t>Visualize the data by using folium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190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Got three clusters as a results and came to the conclusion that cluster 1 is a neighbourhood with low amounts of shopping malls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275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Cluster 1 is the best location for property developers to build a shopping mall</a:t>
            </a:r>
          </a:p>
          <a:p>
            <a:r>
              <a:rPr lang="en-IN" dirty="0"/>
              <a:t>This will help property developers capitalize on an underdeveloped neighbourhood and avoid locations with high concentrations </a:t>
            </a:r>
            <a:r>
              <a:rPr lang="en-IN"/>
              <a:t>of shopping malls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433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Coursera Capstone Project</vt:lpstr>
      <vt:lpstr>The Problem</vt:lpstr>
      <vt:lpstr>Data</vt:lpstr>
      <vt:lpstr>Methodology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Coursera Capstone Project</dc:title>
  <dc:creator>Divyam Dhanuka</dc:creator>
  <cp:lastModifiedBy>Divyam Dhanuka</cp:lastModifiedBy>
  <cp:revision>2</cp:revision>
  <dcterms:created xsi:type="dcterms:W3CDTF">2019-10-14T11:34:17Z</dcterms:created>
  <dcterms:modified xsi:type="dcterms:W3CDTF">2019-10-14T11:35:06Z</dcterms:modified>
</cp:coreProperties>
</file>